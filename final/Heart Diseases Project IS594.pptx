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End-to-End Heart Disease Classification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A Machine Learning Approach for Clinical Decision Support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Problem Statement</a:t>
            </a:r>
          </a:p>
          <a:p>
            <a:r>
              <a:t>• Dataset &amp; EDA</a:t>
            </a:r>
          </a:p>
          <a:p>
            <a:r>
              <a:t>• Data Preprocessing</a:t>
            </a:r>
          </a:p>
          <a:p>
            <a:r>
              <a:t>• Modeling &amp; Evaluation</a:t>
            </a:r>
          </a:p>
          <a:p>
            <a:r>
              <a:t>• Results</a:t>
            </a:r>
          </a:p>
          <a:p>
            <a:r>
              <a:t>• Impact &amp; Future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Heart disease is a leading cause of mortality worldwide.</a:t>
            </a:r>
          </a:p>
          <a:p>
            <a:r>
              <a:t>Goal: Predict whether a patient has heart disease using clinical indicators.</a:t>
            </a:r>
          </a:p>
          <a:p>
            <a:r>
              <a:t>Objective: Build an interpretable and accurate ML model to assist early diagnosis.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UCI Heart Disease Dataset</a:t>
            </a:r>
          </a:p>
          <a:p>
            <a:r>
              <a:t>• 303 patient records</a:t>
            </a:r>
          </a:p>
          <a:p>
            <a:r>
              <a:t>• 13 clinical features</a:t>
            </a:r>
          </a:p>
          <a:p>
            <a:r>
              <a:t>• Target: Presence or absence of heart disease</a:t>
            </a:r>
          </a:p>
          <a:p>
            <a:r>
              <a:t>Examples: Age, Cholesterol, Blood Pressure, Chest Pain Type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Distribution of age, cholesterol, and heart rate</a:t>
            </a:r>
          </a:p>
          <a:p>
            <a:r>
              <a:t>• Correlation between features and target</a:t>
            </a:r>
          </a:p>
          <a:p>
            <a:r>
              <a:t>• Chest pain type and exercise-induced angina showed strong signals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Handled missing values</a:t>
            </a:r>
          </a:p>
          <a:p>
            <a:r>
              <a:t>• Encoded categorical variables</a:t>
            </a:r>
          </a:p>
          <a:p>
            <a:r>
              <a:t>• Standardized numerical features</a:t>
            </a:r>
          </a:p>
          <a:p>
            <a:r>
              <a:t>• Train-test split for unbiased evaluation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Logistic Regression (baseline, interpretable)</a:t>
            </a:r>
          </a:p>
          <a:p>
            <a:r>
              <a:t>• Random Forest Classifier (non-linear, ensemble-based)</a:t>
            </a:r>
          </a:p>
          <a:p>
            <a:r>
              <a:t>• Cross-validation for robustness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Accuracy</a:t>
            </a:r>
          </a:p>
          <a:p>
            <a:r>
              <a:t>• Precision</a:t>
            </a:r>
          </a:p>
          <a:p>
            <a:r>
              <a:t>• Recall</a:t>
            </a:r>
          </a:p>
          <a:p>
            <a:r>
              <a:t>• F1-Score</a:t>
            </a:r>
          </a:p>
          <a:p>
            <a:r>
              <a:t>• ROC-AUC</a:t>
            </a:r>
          </a:p>
          <a:p>
            <a:r>
              <a:t>Focus on recall to minimize false negatives in healthcare context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Random Forest outperformed Logistic Regression</a:t>
            </a:r>
          </a:p>
          <a:p>
            <a:r>
              <a:t>• Higher ROC-AUC</a:t>
            </a:r>
          </a:p>
          <a:p>
            <a:r>
              <a:t>• Better handling of feature interactions</a:t>
            </a:r>
          </a:p>
          <a:p>
            <a:r>
              <a:t>• Stable performance across folds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Most influential features:</a:t>
            </a:r>
          </a:p>
          <a:p>
            <a:r>
              <a:t>• Chest Pain Type</a:t>
            </a:r>
          </a:p>
          <a:p>
            <a:r>
              <a:t>• Maximum Heart Rate Achieved</a:t>
            </a:r>
          </a:p>
          <a:p>
            <a:r>
              <a:t>• ST Depression</a:t>
            </a:r>
          </a:p>
          <a:p>
            <a:r>
              <a:t>• 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&amp; Clinical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Supports early detection of heart disease</a:t>
            </a:r>
          </a:p>
          <a:p>
            <a:r>
              <a:t>• Assists clinicians with data-driven insights</a:t>
            </a:r>
          </a:p>
          <a:p>
            <a:r>
              <a:t>• Reduces diagnostic uncertainty</a:t>
            </a:r>
          </a:p>
          <a:p>
            <a:r>
              <a:t>• Can be integrated into decision-support systems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Limited dataset size</a:t>
            </a:r>
          </a:p>
          <a:p>
            <a:r>
              <a:t>• Demographic bias</a:t>
            </a:r>
          </a:p>
          <a:p>
            <a:r>
              <a:t>• Not a replacement for medical diagnosis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Hyperparameter tuning</a:t>
            </a:r>
          </a:p>
          <a:p>
            <a:r>
              <a:t>• Neural networks &amp; gradient boosting</a:t>
            </a:r>
          </a:p>
          <a:p>
            <a:r>
              <a:t>• Larger, real-world datasets</a:t>
            </a:r>
          </a:p>
          <a:p>
            <a:r>
              <a:t>• Model deployment with monitoring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 can effectively support heart disease diagnosis.</a:t>
            </a:r>
          </a:p>
          <a:p>
            <a:r>
              <a:t>Random Forest provided strong performance while maintaining interpretability.</a:t>
            </a:r>
          </a:p>
          <a:p>
            <a:r>
              <a:t>Demonstrates real-world applicability of ML in healthcare analytics.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335</Words>
  <Application>Microsoft Office PowerPoint</Application>
  <PresentationFormat>On-screen Show (4:3)</PresentationFormat>
  <Paragraphs>68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End-to-End Heart Disease Classification</vt:lpstr>
      <vt:lpstr>Agenda</vt:lpstr>
      <vt:lpstr>Problem Statement</vt:lpstr>
      <vt:lpstr>Dataset Overview</vt:lpstr>
      <vt:lpstr>Exploratory Data Analysis</vt:lpstr>
      <vt:lpstr>Data Preprocessing</vt:lpstr>
      <vt:lpstr>Modeling Techniques</vt:lpstr>
      <vt:lpstr>Evaluation Metrics</vt:lpstr>
      <vt:lpstr>Results</vt:lpstr>
      <vt:lpstr>Key Feature Insights</vt:lpstr>
      <vt:lpstr>Business &amp; Clinical Impact</vt:lpstr>
      <vt:lpstr>Limitations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Patel, SARTH</cp:lastModifiedBy>
  <cp:revision>2</cp:revision>
  <dcterms:created xsi:type="dcterms:W3CDTF">2013-01-27T09:14:16Z</dcterms:created>
  <dcterms:modified xsi:type="dcterms:W3CDTF">2025-12-19T06:28:02Z</dcterms:modified>
  <cp:category/>
</cp:coreProperties>
</file>